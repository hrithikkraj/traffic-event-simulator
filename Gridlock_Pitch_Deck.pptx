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E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🚦 GRIDLOCK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E11B"/>
                </a:solidFill>
                <a:latin typeface="Calibri"/>
              </a:rPr>
              <a:t>Event-Driven Congestion Intelligence for Bengaluru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Forecast  →  Quantify Impact  →  Prescribe Deployment  → 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Flipkart Gridlock Hackathon 2.0 · Round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4F6FB"/>
                </a:solidFill>
                <a:latin typeface="Calibri"/>
              </a:rPr>
              <a:t>Built on the anonymized ASTraM incident dataset — 8,173 events × 46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THE OPERATIONAL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Events break the city — and we react blind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Rallies, festivals, sports, construction &amp; sudden gatherings cause localized traffic breakdowns. Today the response is reactive and experience-driven.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36118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11880" cy="91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487168"/>
            <a:ext cx="32826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① Impact is not quantified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No way to know in advance how bad an event will be, how long it will tie up the road, or which junctions it threatens.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2286000"/>
            <a:ext cx="36118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8536" y="2286000"/>
            <a:ext cx="3611880" cy="914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87168"/>
            <a:ext cx="32826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② Deployment is guesswork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Officers, barricades and diversions are assigned from experience — not from data, and not optimized against a finite resource pool.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286000"/>
            <a:ext cx="3611880" cy="310896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2286000"/>
            <a:ext cx="3611880" cy="91440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487168"/>
            <a:ext cx="328269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③ No post-event learning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Every event is handled fresh. Mistakes are never fed back; the system never gets smarter after the fact.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DATA INSIGHT MOST TEAMS WILL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This is an incident log — not congestion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ents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477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There is NO speed / volume / delay field.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So the target — “traffic impact” — does not exist in the data. It must be engineered.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874F0"/>
                </a:solidFill>
                <a:latin typeface="Calibri"/>
              </a:rPr>
              <a:t>Events peak at 2 AM, not rush hour: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60% are vehicle breakdowns, driven by night-time freight movement. Teams that assume normal rush-hour patterns will build the wrong model.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We turn this gap into our centrepiece.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OUR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Not prediction — a decision-support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Most teams stop at “predict congestion.” We deliver the full operational loop: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606040" cy="1737360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where / when / how 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43200"/>
            <a:ext cx="228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377440"/>
            <a:ext cx="2606040" cy="173736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6974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QUANTIFY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37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Event Impact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43200"/>
            <a:ext cx="228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2606040" cy="173736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6974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PRESCRIBE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37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manpower · barricades · diversions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743200"/>
            <a:ext cx="228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377440"/>
            <a:ext cx="2606040" cy="17373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6974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3756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post-event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Two pipelines — Planned (proactive scheduling) and Unplanned (real-time triage) — exactly matching the problem 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Four layers on one data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108960" cy="777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L0 · DATA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325880"/>
            <a:ext cx="7772400" cy="777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490472"/>
            <a:ext cx="7406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clean · leakage-safe features · H3 hex bins · EN+Kannada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3108960" cy="777240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L1 ·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240280"/>
            <a:ext cx="7772400" cy="777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2404872"/>
            <a:ext cx="7406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LightGBM-Poisson corridor counts · empirical-Bayes hotspots · Hawkes self-excitation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310896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558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L2 · IMPACT (EIS)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154680"/>
            <a:ext cx="7772400" cy="777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319272"/>
            <a:ext cx="7406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clearance quantile regression + road-closure classifier → Event Impact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108960" cy="7772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702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L3 · PRESCRIBE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069080"/>
            <a:ext cx="7772400" cy="777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4233672"/>
            <a:ext cx="7406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manpower / barricades / diversions + city-wide officer optimization (ILP)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83480"/>
            <a:ext cx="31089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8464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L4 · LEARN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983480"/>
            <a:ext cx="7772400" cy="777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5148072"/>
            <a:ext cx="7406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predicted-vs-actual playbook · model-drift detection · retrain triggers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L2 · THE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Event Impact Score — engineering the missing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6766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Framed as expected vehicle-hours of delay: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874F0"/>
                </a:solidFill>
                <a:latin typeface="Calibri"/>
              </a:rPr>
              <a:t>EIS ≈ Clearance × Spatial reach × Baseline flow × Closure severity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Clearance time is predicted (leakage-safe), not observed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Robust percentile-rank scaling → Low / Medium / High / Critical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• VALIDATED against observed severity: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7AE60"/>
                </a:solidFill>
                <a:latin typeface="Calibri"/>
              </a:rPr>
              <a:t>    Spearman 0.70 · AUC 0.89 flagging top-10% impact events</a:t>
            </a:r>
          </a:p>
        </p:txBody>
      </p:sp>
      <p:pic>
        <p:nvPicPr>
          <p:cNvPr id="8" name="Picture 7" descr="eis_by_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4480560" cy="2700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MODELLING RIGOUR (KAGGLE-GRADE)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10-model zoo · k-fold CV · leakage hunt · Optuna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sure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583680" cy="38096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146304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Calibri"/>
              </a:rPr>
              <a:t>Headline results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Clearance time   MAE 2.88 h (blended)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Road closure     PR-AUC 0.471  ·  +469% over baseline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EIS validity     Spearman 0.70 · AUC 0.89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A2E"/>
                </a:solidFill>
                <a:latin typeface="Calibri"/>
              </a:rPr>
              <a:t>Event forecast   +16.7% over lag-7 baseline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874F0"/>
                </a:solidFill>
                <a:latin typeface="Calibri"/>
              </a:rPr>
              <a:t>Discipline that wins: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Time-split CV + spatial holdout (no future leakage)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Leakage hunt: dropped end-coords leaking at AUC 0.976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Priority shown to be ~location-circular (we report it honestly)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Stacked ensemble + Optuna 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L1 ·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Where, when and how many events — ahead of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i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040880" cy="31825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874F0"/>
                </a:solidFill>
                <a:latin typeface="Calibri"/>
              </a:rPr>
              <a:t>LightGBM-Poisson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corridor × day event counts — 16.7% better than the lag-7 baseline.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874F0"/>
                </a:solidFill>
                <a:latin typeface="Calibri"/>
              </a:rPr>
              <a:t>Empirical-Bayes hotspots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recurring corridor × hour risk surface for pre-positioning.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874F0"/>
                </a:solidFill>
                <a:latin typeface="Calibri"/>
              </a:rPr>
              <a:t>Hawkes self-excitation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accidents cluster — branching ratio 0.31 — quantifying contagion.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L3 · PRESCRIBE + OPTIMIZE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The deliverable most teams never 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9C12"/>
                </a:solidFill>
                <a:latin typeface="Calibri"/>
              </a:rPr>
              <a:t>Per-event plan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Officers, barricade units and a real road-network diversion (OSRM) — driven by the validated EIS tier + closure probability.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9C12"/>
                </a:solidFill>
                <a:latin typeface="Calibri"/>
              </a:rPr>
              <a:t>City-wide optimization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Finite officer pool allocated by ILP (PuLP) — two doctrines: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• Priority — cover highest-impact first (triage)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Calibri"/>
              </a:rPr>
              <a:t>• Efficiency — maximize total mitigated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420624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Surge day — 7 Mar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846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214 events in one 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≈ 1,096 officers needed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1A2E"/>
                </a:solidFill>
                <a:latin typeface="Calibri"/>
              </a:rPr>
              <a:t>vs ~120 available  →  a quantified deficit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The system tells the commander exactly which events to staff first and how many more officers to escalate for — turning guesswork into math.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L4 ·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The post-event loop the brief explicitly asks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arning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41886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After events close,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we compare leak-free predictions with reality and build a playbook keyed by cause × H3 hex.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It self-diagnoses: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the model under-predicts infrastructure events — potholes by +8.0 h, water-logging +7.1 h — and flags those cells for retraining.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Closes the “no post-event learning” gap most teams ignore.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A live decision-support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200400" cy="749808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🎯 Event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7218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score any what-if event → EIS, clearance P50/P90, full deployment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200400" cy="749808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🗺️ City Risk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4086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all 8,173 events on a Bengaluru map, coloured by impact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3200400" cy="749808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2783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📅 Surge-Day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0954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replay a real day, set an officer budget → live allocation + deficit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200400" cy="749808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965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📈 Forecast &amp; Hotspots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7822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corridor × hour risk heatmap, Hawkes, the 2-AM explainer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3200400" cy="749808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6519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🔁 Learning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4690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predicted-vs-actual playbook + drift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Live proof: the same breakdown scores EIS 17 at 2 AM vs 78 at 9 AM rush; a VIP movement scores 99.7 (Critical) with a real OSRM diversion drawn on the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Seven things the field won't have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91440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184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Correct reframe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incident log, not congestion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611880" cy="914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184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Engineered + validated EIS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Spearman 0.70 — the missing target, proven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611880" cy="914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16184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k-fold model zoo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10 models, stacking, Optuna — not one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611880" cy="91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186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Prescription + ILP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we allocate scarce officers; others only predict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0175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3017520"/>
            <a:ext cx="3611880" cy="91440"/>
          </a:xfrm>
          <a:prstGeom prst="round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2186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Post-event learning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L4 playbook + drift — the 3rd gap, solved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0175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3017520"/>
            <a:ext cx="3611880" cy="914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32186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Real-ML simulator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runs the trained models (not random numbers)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17720"/>
            <a:ext cx="3611880" cy="14173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617720"/>
            <a:ext cx="3611880" cy="914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818888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Honesty &amp; rigor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leakage hunt, time-split CV, stated limits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87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874F0"/>
                </a:solidFill>
                <a:latin typeface="Calibri"/>
              </a:rPr>
              <a:t>IMPACT, ROADMAP &amp; HONESTY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A2E"/>
                </a:solidFill>
                <a:latin typeface="Calibri"/>
              </a:rPr>
              <a:t>Operational value — and what we'd add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4128"/>
            <a:ext cx="11274552" cy="25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7AE60"/>
                </a:solidFill>
                <a:latin typeface="Calibri"/>
              </a:rPr>
              <a:t>Operational value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Quantified impact before the event, not after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Optimal, defensible resource deployment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Faster clearance via right-sized response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A city that gets smarter after every event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874F0"/>
                </a:solidFill>
                <a:latin typeface="Calibri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Plug in live flow (Google/TomTom) to calibrate EIS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Spatio-temporal GNN forecasting · officer-shift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3949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Honest limitations (we say so)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No ground-truth flow → EIS validated against proxies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Manpower data sparse (1.6%) → optimization + rules,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   not over-claimed as learned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1A2E"/>
                </a:solidFill>
                <a:latin typeface="Calibri"/>
              </a:rPr>
              <a:t>• 5 months of data → calendar priors mitigate seasonality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874F0"/>
                </a:solidFill>
                <a:latin typeface="Calibri"/>
              </a:rPr>
              <a:t>Stack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Python · LightGBM/XGBoost/CatBoost · scikit-learn · Optuna ·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H3 · PuLP · OSRM · Streamlit + pydeck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E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From reaction to anticipation.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E11B"/>
                </a:solidFill>
                <a:latin typeface="Calibri"/>
              </a:rPr>
              <a:t>Forecast the event · quantify the impact · deploy the optimal response · learn from every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GRIDLOCK — Event-Driven Congestion Intelligence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4F6FB"/>
                </a:solidFill>
                <a:latin typeface="Calibri"/>
              </a:rPr>
              <a:t>Flipkart Gridlock Hackathon 2.0 · Round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