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5600" b="1">
                <a:solidFill>
                  <a:srgbClr val="F2F5FA"/>
                </a:solidFill>
                <a:latin typeface="Calibri"/>
              </a:rPr>
              <a:t>🚦 GRIDLOCK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FE11B"/>
                </a:solidFill>
                <a:latin typeface="Calibri"/>
              </a:rPr>
              <a:t>Event-Driven Congestion Intelligence for Bengaluru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2F5FA"/>
                </a:solidFill>
                <a:latin typeface="Calibri"/>
              </a:rPr>
              <a:t>Forecast  →  Quantify Impact  →  Prescribe Deployment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02920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2F5FA"/>
                </a:solidFill>
                <a:latin typeface="Calibri"/>
              </a:rPr>
              <a:t>Flipkart Gridlock Hackathon 2.0 · Round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Built on the anonymized ASTraM incident dataset — 8,173 events × 46 fields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OPERATIONAL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Events break the city — and we react blind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Rallies, festivals, sports, construction &amp; sudden gatherings cause localized traffic breakdowns. Today the response is reactive and experience-driven.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①  Impact is not quantified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No way to know in advance how bad an event will be, how long it will tie up the road, or which junctions it threatens.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88536" y="233172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②  Deployment is guesswork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Officers, barricades and diversions are assigned from experience — not from data, and not optimized against a finite resource pool.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9872" y="233172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③  No 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Every event is handled fresh. Mistakes are never fed back; the system never gets smarter after the fact.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DATA INSIGHT MOST TEAMS WILL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This is an incident log — not congestion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50811"/>
            <a:ext cx="7132320" cy="38878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There is NO speed / volume / delay field.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So the target — “traffic impact” — does not exist in the data. It must be engineered.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Events peak at 2 AM, not rush hour: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60% are vehicle breakdowns, driven by night-time freight movement. Teams that assume normal rush-hour patterns build the wrong model.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AA0FF"/>
                </a:solidFill>
                <a:latin typeface="Calibri"/>
              </a:rPr>
              <a:t>We turn this gap into our centrepiece.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OUR 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Not prediction — a decision-support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Most teams stop at “predict congestion.” We deliver the full operational loop: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2606040" cy="228600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where / when / how 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06040" cy="228600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QUANTIFY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Event Impact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468880"/>
            <a:ext cx="2606040" cy="228600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PRESCRIBE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· barricades · diversions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468880"/>
            <a:ext cx="2606040" cy="228600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post-event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A7B8"/>
                </a:solidFill>
                <a:latin typeface="Calibri"/>
              </a:rPr>
              <a:t>Two pipelines — Planned (proactive scheduling) and Unplanned (real-time triage) — exactly matching the problem statement.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Four layers on one data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00400" cy="822960"/>
          </a:xfrm>
          <a:prstGeom prst="round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55064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L0 · DATA FOUNDATION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417320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clean · leakage-safe features · H3 hex bins · EN+Kannada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68296"/>
            <a:ext cx="3200400" cy="82296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L1 · FORECAST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368296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368296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LightGBM-Poisson corridor counts · empirical-Bayes hotspots · Hawkes self-excitation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3200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L2 · IMPACT (EIS)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319272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319272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clearance quantile regression + road-closure classifier → Event Impact 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70248"/>
            <a:ext cx="3200400" cy="82296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0799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L3 · PRESCRIBE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4270248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270248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/ barricades / diversions + city-wide officer optimization (ILP)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21224"/>
            <a:ext cx="3200400" cy="82296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5896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L4 · LEARN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5221224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5221224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· model-drift detection · retrain triggers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L2 · 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 Impact Score — engineering the missing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67665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2F5FA"/>
                </a:solidFill>
                <a:latin typeface="Calibri"/>
              </a:rPr>
              <a:t>Framed as expected vehicle-hours of delay: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FE11B"/>
                </a:solidFill>
                <a:latin typeface="Calibri"/>
              </a:rPr>
              <a:t>EIS ≈ Clearance × Spatial reach × Baseline flow × Closure severity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Clearance time is predicted (leakage-safe), not observed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Robust percentile-rank scaling → Low / Medium / High / Critical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2F5FA"/>
                </a:solidFill>
                <a:latin typeface="Calibri"/>
              </a:rPr>
              <a:t>•  VALIDATED against observed severity: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2ECC71"/>
                </a:solidFill>
                <a:latin typeface="Calibri"/>
              </a:rPr>
              <a:t>     Spearman 0.70  ·  AUC 0.89 flagging top-10% impact events</a:t>
            </a:r>
          </a:p>
        </p:txBody>
      </p:sp>
      <p:pic>
        <p:nvPicPr>
          <p:cNvPr id="8" name="Picture 7" descr="eis_by_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285265"/>
            <a:ext cx="4572000" cy="2973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MODELLING RIGOUR (KAGGLE-GRADE)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10-model zoo · k-fold CV · leakage hunt ·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sure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81901"/>
            <a:ext cx="6675120" cy="4179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1371600"/>
            <a:ext cx="448056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Headline results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Clearance time   MAE 2.88 h (blended)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Road closure     PR-AUC 0.471 · +469% vs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EIS validity     Spearman 0.70 · AUC 0.89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Event forecast   +16.7% over lag-7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Discipline that wins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Time-split CV + spatial holdout (no leakage)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Leakage hunt: dropped end-coords leaking @ AUC 0.976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Priority shown ~location-circular — reported honestly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Stacked ensemble + Optuna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L1 ·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Where, when &amp; how many events — ahead of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il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2228"/>
            <a:ext cx="7178040" cy="3625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LightGBM-Poisson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corridor × day event counts — 16.7% better than the lag-7 baseline.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Empirical-Bayes hotspots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recurring corridor × hour risk surface for pre-positioning.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Hawkes self-excitation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accidents cluster — branching ratio 0.31 — quantifying contagion.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L3 · PRESCRIBE + OPTIMIZE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deliverable most teams never reach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57784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Per-event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Officers, barricade units and a real road-network diversion (OSRM) — driven by the validated EIS tier + closure probability.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City-wide optimization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Finite officer pool allocated by ILP (PuLP) — two doctrines: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Priority — cover highest-impact first (triage)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Efficiency — maximize total mitigated impact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5330952" cy="461772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330952" cy="713232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17320"/>
            <a:ext cx="49377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2F5FA"/>
                </a:solidFill>
                <a:latin typeface="Calibri"/>
              </a:rPr>
              <a:t>Surge day — 7 Mar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77440"/>
            <a:ext cx="47548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2F5FA"/>
                </a:solidFill>
                <a:latin typeface="Calibri"/>
              </a:rPr>
              <a:t>214 events in one day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>
                <a:solidFill>
                  <a:srgbClr val="FF5A5F"/>
                </a:solidFill>
                <a:latin typeface="Calibri"/>
              </a:rPr>
              <a:t>≈ 1,096 officers needed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vs ~120 available  →  a quantified deficit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9AA7B8"/>
                </a:solidFill>
                <a:latin typeface="Calibri"/>
              </a:rPr>
              <a:t>The system tells the commander exactly which events to staff first and how many more officers to escalate for — turning guesswork into math.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L4 ·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post-event loop the brief explicitly asks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rning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482"/>
            <a:ext cx="7040880" cy="45788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371600"/>
            <a:ext cx="416052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After events close,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we compare leak-free predictions with reality and build a playbook keyed by cause × H3 hex.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It self-diagnoses: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the model under-predicts infrastructure events — potholes by +8.0 h, water-logging +7.1 h — and flags those cells for retraining.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5AA0FF"/>
                </a:solidFill>
                <a:latin typeface="Calibri"/>
              </a:rPr>
              <a:t>Closes the “no post-event learning” gap most teams ignore.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A live decision-support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2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🎯  Event Simulator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41732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score any what-if event → EIS, clearance P50/P90, full deployment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8600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🗺️  City Risk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28600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28600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all 8,173 events on a Bengaluru map, coloured by impact tier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5468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5468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📅  Surge-Day Replay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315468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15468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replay a real day, set an officer budget → live allocation + deficit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📈  Forecast &amp; Hotspots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402336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02336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corridor × hour risk heatmap, Hawkes, the 2-AM explainer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89204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🔁  Learning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7639" y="489204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489204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+ drift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52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Live proof: the same breakdown scores EIS 17 at 2 AM vs 78 at 9 AM rush; a VIP movement scores 99.7 (Critical) with a real OSRM diversion drawn on the map.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WHY THIS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Seven things the field won't have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Correct reframe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incident log, not congestion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Engineered + validated EIS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Spearman 0.70 — the missing target, proven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46304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k-fold model zoo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10 models, stacking, Optuna — not one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054096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Prescription + ILP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we allocate scarce officers; others only predict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4840" y="3054096"/>
            <a:ext cx="3611880" cy="100584"/>
          </a:xfrm>
          <a:prstGeom prst="roundRect">
            <a:avLst/>
          </a:prstGeom>
          <a:solidFill>
            <a:srgbClr val="5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L4 playbook + drift — the 3rd gap, solved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3054096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Real-ML simulator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runs the trained models, not random numbers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45152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645152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Honesty &amp; rigor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leakage hunt, time-split CV, stated limits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IMPACT, ROADMAP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Operational value — and what we'd add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48640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2ECC71"/>
                </a:solidFill>
                <a:latin typeface="Calibri"/>
              </a:rPr>
              <a:t>Operational value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Quantified impact before the event, not after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Optimal, defensible resource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Faster clearance via right-sized response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A city that gets smarter after every event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Plug in live flow (Google/TomTom) to calibrate EIS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Spatio-temporal GNN forecasting · officer-shift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44068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Honest limitations (we say so)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No ground-truth flow → EIS validated vs proxies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Manpower data sparse (1.6%) → optimization + rules,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    not over-claimed as learned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5 months of data → calendar priors mitigate seasonality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Stack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Python · LightGBM/XGBoost/CatBoost · scikit-learn · Optuna ·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H3 · PuLP · OSRM · Streamlit + pydeck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2F5FA"/>
                </a:solidFill>
                <a:latin typeface="Calibri"/>
              </a:rPr>
              <a:t>From reaction to anticipation.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FE11B"/>
                </a:solidFill>
                <a:latin typeface="Calibri"/>
              </a:rPr>
              <a:t>Forecast the event · quantify the impact · deploy the optimal response · learn from every outcome.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02920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2F5FA"/>
                </a:solidFill>
                <a:latin typeface="Calibri"/>
              </a:rPr>
              <a:t>GRIDLOCK — Event-Driven Congestion Intelligence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9AA7B8"/>
                </a:solidFill>
                <a:latin typeface="Calibri"/>
              </a:rPr>
              <a:t>Flipkart Gridlock Hackathon 2.0 · Round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